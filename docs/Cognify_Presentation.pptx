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8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414945" y="1212949"/>
            <a:ext cx="2314111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Cognify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2489695" y="2120950"/>
            <a:ext cx="416461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24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Learning Platform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957316" y="2854375"/>
            <a:ext cx="522936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Documents into Engaging Workplace Lessons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-91440" y="4343698"/>
            <a:ext cx="9326880" cy="660202"/>
          </a:xfrm>
          <a:prstGeom prst="rect">
            <a:avLst/>
          </a:prstGeom>
          <a:noFill/>
          <a:ln/>
        </p:spPr>
        <p:txBody>
          <a:bodyPr wrap="square" lIns="254000" tIns="254000" rIns="254000" bIns="254000" rtlCol="0" anchor="t"/>
          <a:lstStyle/>
          <a:p>
            <a:pPr algn="ctr" indent="0" marL="0"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 sz="11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Engineer Technical Challenge | December 2024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73026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03150"/>
            <a:ext cx="854964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Knowledge Transfer Gap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81000" y="631775"/>
            <a:ext cx="762000" cy="38100"/>
          </a:xfrm>
          <a:prstGeom prst="rect">
            <a:avLst/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1063526"/>
            <a:ext cx="41129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1000" y="1374577"/>
            <a:ext cx="4032349" cy="345877"/>
          </a:xfrm>
          <a:prstGeom prst="rect">
            <a:avLst/>
          </a:prstGeom>
          <a:solidFill>
            <a:srgbClr val="FADB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00050" y="1374577"/>
            <a:ext cx="0" cy="345877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0601" y="1476077"/>
            <a:ext cx="38670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lack time to read lengthy documents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1000" y="1796653"/>
            <a:ext cx="4032349" cy="345877"/>
          </a:xfrm>
          <a:prstGeom prst="rect">
            <a:avLst/>
          </a:prstGeom>
          <a:solidFill>
            <a:srgbClr val="FADB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00050" y="1796653"/>
            <a:ext cx="0" cy="345877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0601" y="1898154"/>
            <a:ext cx="38670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content curation is slow and inconsistent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1000" y="2218730"/>
            <a:ext cx="4032349" cy="345877"/>
          </a:xfrm>
          <a:prstGeom prst="rect">
            <a:avLst/>
          </a:prstGeom>
          <a:solidFill>
            <a:srgbClr val="FADB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00050" y="2218730"/>
            <a:ext cx="0" cy="345877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0601" y="2320230"/>
            <a:ext cx="38670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overload leads to poor retention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1000" y="2640806"/>
            <a:ext cx="4032349" cy="345877"/>
          </a:xfrm>
          <a:prstGeom prst="rect">
            <a:avLst/>
          </a:prstGeom>
          <a:solidFill>
            <a:srgbClr val="FADB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00050" y="2640806"/>
            <a:ext cx="0" cy="345877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0601" y="2742307"/>
            <a:ext cx="38670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audio option for multitasking learning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30800" y="1063526"/>
            <a:ext cx="41129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Reality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30800" y="1374577"/>
            <a:ext cx="4032349" cy="584002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32300" y="1476077"/>
            <a:ext cx="39059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 hrs/day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32300" y="1714202"/>
            <a:ext cx="39059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employees spend searching for info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30800" y="2034778"/>
            <a:ext cx="4032349" cy="584002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32300" y="2136279"/>
            <a:ext cx="39059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32300" y="2374404"/>
            <a:ext cx="39059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Workers overwhelmed by information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30800" y="2694980"/>
            <a:ext cx="4032349" cy="584002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32300" y="2796480"/>
            <a:ext cx="39059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32300" y="3034605"/>
            <a:ext cx="39059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Employees apply what they learn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30800" y="3355181"/>
            <a:ext cx="4032349" cy="539651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57750" y="3482132"/>
            <a:ext cx="3854017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Transform documents into 2-3 min lessons with audio and workplace applications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69628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8549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Approach: AI-Powered Transformation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764977"/>
            <a:ext cx="762000" cy="50750"/>
          </a:xfrm>
          <a:prstGeom prst="rect">
            <a:avLst/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1487091"/>
            <a:ext cx="785664" cy="396776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54398" y="1614041"/>
            <a:ext cx="4388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268164" y="1552129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98265" y="1415653"/>
            <a:ext cx="1057424" cy="539651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768946" y="1542604"/>
            <a:ext cx="7160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Text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57190" y="1552129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087291" y="1415653"/>
            <a:ext cx="983754" cy="539651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258708" y="1542604"/>
            <a:ext cx="64091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Themes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72545" y="1552129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02646" y="1415653"/>
            <a:ext cx="1363414" cy="539651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670267" y="1542604"/>
            <a:ext cx="102817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Lesson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67561" y="1552129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97662" y="1487091"/>
            <a:ext cx="898624" cy="396776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469931" y="1614041"/>
            <a:ext cx="5540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97787" y="1552129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627888" y="1415653"/>
            <a:ext cx="1135112" cy="539651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797792" y="1542604"/>
            <a:ext cx="7953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(gTTS)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1000" y="2301329"/>
            <a:ext cx="1952625" cy="1003102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81000" y="2320379"/>
            <a:ext cx="1952625" cy="0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3400" y="2491829"/>
            <a:ext cx="16807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Creation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3400" y="2764780"/>
            <a:ext cx="16807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Traditional: Hours/Days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3400" y="2958405"/>
            <a:ext cx="16807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Cognify: Under 90 seconds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524125" y="2301329"/>
            <a:ext cx="1952625" cy="1003102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2524125" y="2320379"/>
            <a:ext cx="1952625" cy="0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76525" y="2491829"/>
            <a:ext cx="16807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Output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76525" y="2764780"/>
            <a:ext cx="16807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text + audio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676525" y="2958405"/>
            <a:ext cx="16807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250-400 word lessons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67250" y="2301329"/>
            <a:ext cx="1952625" cy="1003102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4667250" y="2320379"/>
            <a:ext cx="1952625" cy="0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19650" y="2491829"/>
            <a:ext cx="16807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19650" y="2764780"/>
            <a:ext cx="16807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AI-structured sections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19650" y="2958405"/>
            <a:ext cx="16807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Document-specific outcomes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810375" y="2301329"/>
            <a:ext cx="1952625" cy="1003102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6810375" y="2320379"/>
            <a:ext cx="1952625" cy="0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62775" y="2491829"/>
            <a:ext cx="168078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962775" y="2764780"/>
            <a:ext cx="16807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citations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962775" y="2958405"/>
            <a:ext cx="168078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quote validation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181100" y="3494931"/>
            <a:ext cx="304800" cy="304800"/>
          </a:xfrm>
          <a:prstGeom prst="rect">
            <a:avLst/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301014" y="3580656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61949" y="3875931"/>
            <a:ext cx="19432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Workplace Focus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61949" y="4079081"/>
            <a:ext cx="19432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at Work section in every lesson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340150" y="3494931"/>
            <a:ext cx="304800" cy="304800"/>
          </a:xfrm>
          <a:prstGeom prst="rect">
            <a:avLst/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3460063" y="3580656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520998" y="3875931"/>
            <a:ext cx="19432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Bite-sized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520998" y="4079081"/>
            <a:ext cx="19432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minute read/listen sessions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499199" y="3494931"/>
            <a:ext cx="304800" cy="304800"/>
          </a:xfrm>
          <a:prstGeom prst="rect">
            <a:avLst/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619113" y="3580656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680048" y="3875931"/>
            <a:ext cx="19432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Verifiable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680048" y="4079081"/>
            <a:ext cx="19432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Citations with exact quotes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658249" y="3494931"/>
            <a:ext cx="304800" cy="304800"/>
          </a:xfrm>
          <a:prstGeom prst="rect">
            <a:avLst/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7778163" y="3580656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839097" y="3875931"/>
            <a:ext cx="19432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Trackable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839097" y="4079081"/>
            <a:ext cx="19432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and time spent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69628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8549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764977"/>
            <a:ext cx="762000" cy="50750"/>
          </a:xfrm>
          <a:prstGeom prst="rect">
            <a:avLst/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1323529"/>
            <a:ext cx="41453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1000" y="1660029"/>
            <a:ext cx="1091952" cy="234851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3611" y="1710779"/>
            <a:ext cx="9067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72952" y="1660029"/>
            <a:ext cx="2972098" cy="234851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574453" y="1710779"/>
            <a:ext cx="28244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- Async performance, OpenAPI docs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1000" y="1971080"/>
            <a:ext cx="1091952" cy="234851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3611" y="2021830"/>
            <a:ext cx="9067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72952" y="1971080"/>
            <a:ext cx="2972098" cy="234851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574453" y="2021830"/>
            <a:ext cx="28244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+ aiosqlite - Zero-config, async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1000" y="2282130"/>
            <a:ext cx="1091952" cy="234851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3611" y="2332881"/>
            <a:ext cx="9067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72952" y="2282130"/>
            <a:ext cx="2972098" cy="234851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574453" y="2332881"/>
            <a:ext cx="28244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SQLAlchemy 2.0 - PostgreSQL-ready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1000" y="2593181"/>
            <a:ext cx="1091952" cy="234851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3611" y="2643932"/>
            <a:ext cx="9067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472952" y="2593181"/>
            <a:ext cx="2972098" cy="234851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574453" y="2643932"/>
            <a:ext cx="28244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(python-jose) - Token rotation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1000" y="2904232"/>
            <a:ext cx="41453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Processing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81000" y="3240732"/>
            <a:ext cx="1091952" cy="234851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3611" y="3291483"/>
            <a:ext cx="9067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472952" y="3240732"/>
            <a:ext cx="2972098" cy="234851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574453" y="3291483"/>
            <a:ext cx="28244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GPT-4o - Structured JSON output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1000" y="3551783"/>
            <a:ext cx="1091952" cy="234851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3611" y="3602534"/>
            <a:ext cx="9067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472952" y="3551783"/>
            <a:ext cx="2972098" cy="234851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574453" y="3602534"/>
            <a:ext cx="28244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gTTS - Free, reliable, British English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1000" y="3862834"/>
            <a:ext cx="1091952" cy="234851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3611" y="3913584"/>
            <a:ext cx="9067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472952" y="3862834"/>
            <a:ext cx="2972098" cy="234851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574453" y="3913584"/>
            <a:ext cx="28244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PyMuPDF (fitz) - Fast extraction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81000" y="4173885"/>
            <a:ext cx="1091952" cy="234851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3611" y="4224635"/>
            <a:ext cx="9067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DOCX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472952" y="4173885"/>
            <a:ext cx="2972098" cy="234851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574453" y="4224635"/>
            <a:ext cx="28244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python-docx - Tables + paragraphs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698950" y="1323529"/>
            <a:ext cx="41453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698950" y="1660029"/>
            <a:ext cx="1091952" cy="234851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791562" y="1710779"/>
            <a:ext cx="9067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790902" y="1660029"/>
            <a:ext cx="2972098" cy="234851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892403" y="1710779"/>
            <a:ext cx="28244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14 - App Router, SSR/CSR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698950" y="1971080"/>
            <a:ext cx="1091952" cy="234851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791562" y="2021830"/>
            <a:ext cx="9067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Styling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790902" y="1971080"/>
            <a:ext cx="2972098" cy="234851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892403" y="2021830"/>
            <a:ext cx="28244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- Utility-first, rapid dev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698950" y="2282130"/>
            <a:ext cx="1091952" cy="234851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4791562" y="2332881"/>
            <a:ext cx="9067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790902" y="2282130"/>
            <a:ext cx="2972098" cy="234851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892403" y="2332881"/>
            <a:ext cx="28244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Context - Simple, sufficient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698950" y="2593181"/>
            <a:ext cx="1091952" cy="234851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791562" y="2643932"/>
            <a:ext cx="90672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Animation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790902" y="2593181"/>
            <a:ext cx="2972098" cy="234851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892403" y="2643932"/>
            <a:ext cx="282447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Framer Motion - Smooth, professional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698950" y="2954982"/>
            <a:ext cx="4064050" cy="1288852"/>
          </a:xfrm>
          <a:prstGeom prst="rect">
            <a:avLst/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4718000" y="2954982"/>
            <a:ext cx="0" cy="1288852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38551" y="3056483"/>
            <a:ext cx="38994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Exceeds Requirements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838551" y="3285083"/>
            <a:ext cx="38994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file types (PDF, DOCX, TXT) - req was 2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838551" y="3456533"/>
            <a:ext cx="38994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outcomes with audio auto-completion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838551" y="3627983"/>
            <a:ext cx="38994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activity history and notifications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838551" y="3799433"/>
            <a:ext cx="38994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Multi-language UI (EN, ES, FR, DE)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838551" y="3970883"/>
            <a:ext cx="38994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mode support throughout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69628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81000" y="253901"/>
            <a:ext cx="854964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Risks, Roadmap, and Evaluation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81000" y="764977"/>
            <a:ext cx="762000" cy="50750"/>
          </a:xfrm>
          <a:prstGeom prst="rect">
            <a:avLst/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81000" y="1323529"/>
            <a:ext cx="41453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and Mitigations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1000" y="1660029"/>
            <a:ext cx="1295400" cy="234851"/>
          </a:xfrm>
          <a:prstGeom prst="rect">
            <a:avLst/>
          </a:prstGeom>
          <a:solidFill>
            <a:srgbClr val="FADB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1710779"/>
            <a:ext cx="11658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rate limits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76400" y="1660029"/>
            <a:ext cx="2768650" cy="234851"/>
          </a:xfrm>
          <a:prstGeom prst="rect">
            <a:avLst/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752600" y="1710779"/>
            <a:ext cx="26685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Exponential backoff, 3 retries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1000" y="1971080"/>
            <a:ext cx="1295400" cy="234851"/>
          </a:xfrm>
          <a:prstGeom prst="rect">
            <a:avLst/>
          </a:prstGeom>
          <a:solidFill>
            <a:srgbClr val="FADB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7200" y="2021830"/>
            <a:ext cx="11658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gTTS network dep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676400" y="1971080"/>
            <a:ext cx="2768650" cy="234851"/>
          </a:xfrm>
          <a:prstGeom prst="rect">
            <a:avLst/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752600" y="2021830"/>
            <a:ext cx="26685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logic, edge-tts fallback ready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1000" y="2282130"/>
            <a:ext cx="1295400" cy="234851"/>
          </a:xfrm>
          <a:prstGeom prst="rect">
            <a:avLst/>
          </a:prstGeom>
          <a:solidFill>
            <a:srgbClr val="FADB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57200" y="2332881"/>
            <a:ext cx="11658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contention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76400" y="2282130"/>
            <a:ext cx="2768650" cy="234851"/>
          </a:xfrm>
          <a:prstGeom prst="rect">
            <a:avLst/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752600" y="2332881"/>
            <a:ext cx="26685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migration path ready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1000" y="2593181"/>
            <a:ext cx="1295400" cy="234851"/>
          </a:xfrm>
          <a:prstGeom prst="rect">
            <a:avLst/>
          </a:prstGeom>
          <a:solidFill>
            <a:srgbClr val="FADB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7200" y="2643932"/>
            <a:ext cx="11658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documents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76400" y="2593181"/>
            <a:ext cx="2768650" cy="234851"/>
          </a:xfrm>
          <a:prstGeom prst="rect">
            <a:avLst/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752600" y="2643932"/>
            <a:ext cx="26685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truncated to 12K chars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81000" y="2904232"/>
            <a:ext cx="41453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81000" y="3240732"/>
            <a:ext cx="710952" cy="234851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7421" y="3291483"/>
            <a:ext cx="5181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1952" y="3240732"/>
            <a:ext cx="3353098" cy="234851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193453" y="3291483"/>
            <a:ext cx="32130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TTS voices, quiz generation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1000" y="3551783"/>
            <a:ext cx="710952" cy="234851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7421" y="3602534"/>
            <a:ext cx="5181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1952" y="3551783"/>
            <a:ext cx="3353098" cy="234851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193453" y="3602534"/>
            <a:ext cx="32130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PostgreSQL, S3 storage, deployment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81000" y="3862834"/>
            <a:ext cx="710952" cy="234851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7421" y="3913584"/>
            <a:ext cx="5181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91952" y="3862834"/>
            <a:ext cx="3353098" cy="234851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193453" y="3913584"/>
            <a:ext cx="32130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Multi-language lessons, collaboration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81000" y="4173885"/>
            <a:ext cx="710952" cy="234851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77421" y="4224635"/>
            <a:ext cx="5181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v3.0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91952" y="4173885"/>
            <a:ext cx="3353098" cy="234851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193453" y="4224635"/>
            <a:ext cx="32130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dashboard, API access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698950" y="1323529"/>
            <a:ext cx="41453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Highlights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698950" y="1660029"/>
            <a:ext cx="1295400" cy="234851"/>
          </a:xfrm>
          <a:prstGeom prst="rect">
            <a:avLst/>
          </a:prstGeom>
          <a:solidFill>
            <a:srgbClr val="FADB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775150" y="1710779"/>
            <a:ext cx="11658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validation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994350" y="1660029"/>
            <a:ext cx="2768650" cy="234851"/>
          </a:xfrm>
          <a:prstGeom prst="rect">
            <a:avLst/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070550" y="1710779"/>
            <a:ext cx="26685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MIME type prevents spoofing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698950" y="1971080"/>
            <a:ext cx="1295400" cy="234851"/>
          </a:xfrm>
          <a:prstGeom prst="rect">
            <a:avLst/>
          </a:prstGeom>
          <a:solidFill>
            <a:srgbClr val="FADB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775150" y="2021830"/>
            <a:ext cx="11658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isolation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994350" y="1971080"/>
            <a:ext cx="2768650" cy="234851"/>
          </a:xfrm>
          <a:prstGeom prst="rect">
            <a:avLst/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070550" y="2021830"/>
            <a:ext cx="26685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queries filtered by user_id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698950" y="2282130"/>
            <a:ext cx="1295400" cy="234851"/>
          </a:xfrm>
          <a:prstGeom prst="rect">
            <a:avLst/>
          </a:prstGeom>
          <a:solidFill>
            <a:srgbClr val="FADB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4775150" y="2332881"/>
            <a:ext cx="11658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tokens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994350" y="2282130"/>
            <a:ext cx="2768650" cy="234851"/>
          </a:xfrm>
          <a:prstGeom prst="rect">
            <a:avLst/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070550" y="2332881"/>
            <a:ext cx="26685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30-min expiration, rotation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698950" y="2593181"/>
            <a:ext cx="1295400" cy="234851"/>
          </a:xfrm>
          <a:prstGeom prst="rect">
            <a:avLst/>
          </a:prstGeom>
          <a:solidFill>
            <a:srgbClr val="FADB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775150" y="2643932"/>
            <a:ext cx="116586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994350" y="2593181"/>
            <a:ext cx="2768650" cy="234851"/>
          </a:xfrm>
          <a:prstGeom prst="rect">
            <a:avLst/>
          </a:prstGeom>
          <a:solidFill>
            <a:srgbClr val="D5F5E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6070550" y="2643932"/>
            <a:ext cx="26685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 hashing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698950" y="2954982"/>
            <a:ext cx="4064050" cy="1479203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4851350" y="3107382"/>
            <a:ext cx="38344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Criteria Mapping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851350" y="3361283"/>
            <a:ext cx="18134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UX (20%)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6629251" y="3361283"/>
            <a:ext cx="20209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Dashboard, progress, audio player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851350" y="3545384"/>
            <a:ext cx="18134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Correctness (25%)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629251" y="3545384"/>
            <a:ext cx="20209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retry, citation validation, MIME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851350" y="3729484"/>
            <a:ext cx="18134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quality (20%)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629251" y="3729484"/>
            <a:ext cx="20209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pattern, Pydantic, TypeScript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851350" y="3913584"/>
            <a:ext cx="18134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(20%)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629251" y="3913584"/>
            <a:ext cx="20209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 decisions, scalability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851350" y="4097685"/>
            <a:ext cx="181345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(15%)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629251" y="4097685"/>
            <a:ext cx="20209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Architecture, BRS, FRS, Slides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Cognify - Technical Interview Presentation</dc:title>
  <dc:subject>Full-Stack Engineer Technical Challenge</dc:subject>
  <dc:creator>Engineering Team</dc:creator>
  <cp:lastModifiedBy>Engineering Team</cp:lastModifiedBy>
  <cp:revision>1</cp:revision>
  <dcterms:created xsi:type="dcterms:W3CDTF">2025-12-12T07:28:55Z</dcterms:created>
  <dcterms:modified xsi:type="dcterms:W3CDTF">2025-12-12T07:28:55Z</dcterms:modified>
</cp:coreProperties>
</file>